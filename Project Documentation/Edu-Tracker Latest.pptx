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0" dt="2026-10-15T18:14:18.2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AD62C-BAE8-7F85-F1CA-36EAB3C04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41DAA-3F66-0B90-E0CC-87ACC4856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F58F7-ED0A-1AD2-B845-9BDD19AA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F2D69-E635-4D6A-8E6F-F1BB7AE384A6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78313-841F-0C99-E517-9C2D9BE1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B6DF2-CDD3-E7F6-4031-E8523419E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3AA9-A775-43AD-8C83-713B7FCC41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844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9677-C9CC-3795-090C-FC5E32ED4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9D86C-38B4-A0BF-825D-AA99240C7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FA3CF-9234-5EBE-CDEC-9DD05E0AF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F2D69-E635-4D6A-8E6F-F1BB7AE384A6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DBF2F-4FE9-A653-5D83-8102F58D6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8FCF3-E71D-83A4-AFDE-F401601EC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3AA9-A775-43AD-8C83-713B7FCC41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9671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A2D2-BE4C-6073-7EE7-C4750212F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55AD4-8296-1929-81D5-824C3D24B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57175-ABA4-2240-0CF8-62397643D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F2D69-E635-4D6A-8E6F-F1BB7AE384A6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73B7F-D8E7-CEAA-4807-4E734BB3A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585DF-F98A-BEBD-8ADE-C2E45FB7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3AA9-A775-43AD-8C83-713B7FCC41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4274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9E174-851B-72FC-BF34-BAF65911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2A4DC-7DA9-56DF-1667-89D47BD09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839962-D29C-1960-11D5-F8BACE314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CEE7C-5306-546D-E80B-159D72B8E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F2D69-E635-4D6A-8E6F-F1BB7AE384A6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7B84F-16D4-6CFC-DFB3-55569FF9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7E8E8-8880-CCE8-36F8-A6B2451B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3AA9-A775-43AD-8C83-713B7FCC41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15843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D2686-59B5-52CE-2CDD-D15DB67B1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06E126-73C2-4C28-790E-3252AEB1F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B7E8B-C06B-D426-0F1B-1388D09FD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EE8E8-450B-9784-EDB2-7CAB289C27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CBBA4D-0621-EFF7-0F49-9E1B5F5AB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2B59AA-0706-10F0-7466-2332F6ED3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F2D69-E635-4D6A-8E6F-F1BB7AE384A6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850470-045D-F72F-3A72-29CD4DC5A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EB697-4CBC-9088-640E-AC6E2FF68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3AA9-A775-43AD-8C83-713B7FCC41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81977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80945-59C1-8624-DB35-77E4CEFFE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D993AC-6F74-3001-397F-3F7F70FBB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F2D69-E635-4D6A-8E6F-F1BB7AE384A6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BFE7B-1651-9B7C-BB1D-4A9451DE4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DA196B-A200-41B5-0E29-27278FB7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3AA9-A775-43AD-8C83-713B7FCC41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1620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971D4A-B681-0185-773D-DC9EA9E5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F2D69-E635-4D6A-8E6F-F1BB7AE384A6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2DA54-A27E-1BC8-2605-022EB147A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E8D5D-3B55-C51F-151E-062DAB6B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3AA9-A775-43AD-8C83-713B7FCC41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8775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48AED-5BD0-B094-E7E4-70CB0E1DA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A3062-0756-DA6F-00E8-6534D998F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84957-FD9B-3E5D-B599-19028D25F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61662-9D04-161D-8E87-7C6CBEC5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F2D69-E635-4D6A-8E6F-F1BB7AE384A6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5FD9D7-C8D5-1272-B6ED-74A38BC86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F1C72-C9A1-AE26-B55E-FBBEBDDA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3AA9-A775-43AD-8C83-713B7FCC41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33660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52EC-96DB-82C7-D4C4-5D3FFBF82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909F27-BFFB-3F76-7005-7845F736F1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4E194-42EF-81DA-55CA-8D967EFE0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14845-1243-FBF3-7B9C-5116A8AB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F2D69-E635-4D6A-8E6F-F1BB7AE384A6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A678E-9A32-D797-D5EF-84C5B6096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D4DB4-5D4D-A552-6E44-F39DA0626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3AA9-A775-43AD-8C83-713B7FCC41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23354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3DC89-303E-2FDE-6E52-77190A612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1B64F-54DE-9701-AA5D-5595D7880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F2A8B-1DCC-5EF5-3513-03A2DACF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F2D69-E635-4D6A-8E6F-F1BB7AE384A6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28B97-C0F5-1014-C29F-94AC134C7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87AD1-7281-B2D6-6356-E78983B40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3AA9-A775-43AD-8C83-713B7FCC41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6864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336491-A774-F5D7-617F-6E7B97C668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CF7C8C-5506-95B7-E84F-A990AFE93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88F6C-4D77-73C2-0675-7B7877379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F2D69-E635-4D6A-8E6F-F1BB7AE384A6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C551F-9362-C50E-D0DD-7399481E2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2E9A4-3C04-36AF-5955-D735BE33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83AA9-A775-43AD-8C83-713B7FCC41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47328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1159F8-22D4-D73B-A97F-E386B1FE3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4F582-46CE-A167-E004-EBFE58DE3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F0E22-7740-6571-BB2E-E7A35E80D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F2D69-E635-4D6A-8E6F-F1BB7AE384A6}" type="datetimeFigureOut">
              <a:rPr lang="en-ZA" smtClean="0"/>
              <a:t>2026/10/15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33D53-BF65-9025-D1F1-3746DE825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CF063-FCC5-5475-3859-64C3A8A9D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83AA9-A775-43AD-8C83-713B7FCC415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3271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app/lucidchart/d1fcda2f-ffcb-40e0-9172-840844677da1/edit?viewport_loc=-1594%2C-166%2C3410%2C1788%2C0_0&amp;invitationId=inv_272dc957-9f90-4d91-8075-2d8c84f3d4f1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app/lucidchart/3eb5f1c9-3faa-41d7-8330-e95e90595afa/edit?viewport_loc=-934%2C-1076%2C3458%2C1813%2C0_0&amp;invitationId=inv_3d27d503-f9a5-484b-b383-19bc01a94134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app/lucidchart/eaefcaa8-c674-4e6b-b5da-1f70fa709854/edit?viewport_loc=-427%2C-3270%2C3593%2C1884%2C0_0&amp;invitationId=inv_fefe8c00-f0c0-4f8f-9257-93ca58867c55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ucid.app/lucidchart/eaefcaa8-c674-4e6b-b5da-1f70fa709854/edit?viewport_loc=-427%2C-3270%2C3593%2C1884%2C0_0&amp;invitationId=inv_fefe8c00-f0c0-4f8f-9257-93ca58867c55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3kr2ezef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wQi0nE9eAWfOODFXbuzHqX/Edu-Tracker?node-id=0-1&amp;t=9gaUODSdkzYtBTgl-1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Y4LTKv9ORwIvL5Szo8c05Z/Web-pages?node-id=1-247&amp;t=fwOuqk2MXUTJaoeU-0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Y4LTKv9ORwIvL5Szo8c05Z/Web-pages?node-id=1-247&amp;t=fwOuqk2MXUTJaoeU-0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FDF880-D408-8370-F084-074F80DB5B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ZA" sz="7200" dirty="0">
                <a:solidFill>
                  <a:schemeClr val="bg1"/>
                </a:solidFill>
              </a:rPr>
              <a:t>Edu-Tracker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EEC6E-FCAA-9994-3A4D-FB1C7E219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866849" cy="1012778"/>
          </a:xfrm>
        </p:spPr>
        <p:txBody>
          <a:bodyPr>
            <a:normAutofit/>
          </a:bodyPr>
          <a:lstStyle/>
          <a:p>
            <a:pPr algn="l"/>
            <a:r>
              <a:rPr lang="en-ZA">
                <a:solidFill>
                  <a:schemeClr val="bg1"/>
                </a:solidFill>
              </a:rPr>
              <a:t>System for Tracking Educational Progress in Real-Time</a:t>
            </a:r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76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77F85-8DD8-04CE-C18F-90CEB7138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Architecture Design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AC6F24-1918-4BD4-CD7C-5052A5306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5046" y="666165"/>
            <a:ext cx="7225748" cy="3938032"/>
          </a:xfrm>
          <a:prstGeom prst="rect">
            <a:avLst/>
          </a:prstGeom>
        </p:spPr>
      </p:pic>
      <p:sp>
        <p:nvSpPr>
          <p:cNvPr id="7" name="TextBox 6">
            <a:hlinkClick r:id="rId3"/>
            <a:extLst>
              <a:ext uri="{FF2B5EF4-FFF2-40B4-BE49-F238E27FC236}">
                <a16:creationId xmlns:a16="http://schemas.microsoft.com/office/drawing/2014/main" id="{4CE56D68-7075-000A-0CFF-BBC84EC2FDEE}"/>
              </a:ext>
            </a:extLst>
          </p:cNvPr>
          <p:cNvSpPr txBox="1"/>
          <p:nvPr/>
        </p:nvSpPr>
        <p:spPr>
          <a:xfrm>
            <a:off x="4738311" y="4991506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hlinkClick r:id="rId3"/>
              </a:rPr>
              <a:t>System Architecture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29803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2E8FC-1A5E-7AFF-DFA4-5CD6A1D1B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 case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FD6D43-D797-C098-6BE1-25F67E22A2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288" y="825351"/>
            <a:ext cx="7225748" cy="35948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E100D1-C609-2B68-E58C-8BC940A9D207}"/>
              </a:ext>
            </a:extLst>
          </p:cNvPr>
          <p:cNvSpPr txBox="1"/>
          <p:nvPr/>
        </p:nvSpPr>
        <p:spPr>
          <a:xfrm>
            <a:off x="4495807" y="46330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dirty="0">
                <a:hlinkClick r:id="rId3"/>
              </a:rPr>
              <a:t>Use Case Diagram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57836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50235E-8721-D6A2-6EC8-C012C8F5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Teacher Sequence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DE1253-D6EB-918B-A955-62BA61146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7" y="215037"/>
            <a:ext cx="7225748" cy="43274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84C064-2149-BA2B-7AB8-211A6BD05B74}"/>
              </a:ext>
            </a:extLst>
          </p:cNvPr>
          <p:cNvSpPr txBox="1"/>
          <p:nvPr/>
        </p:nvSpPr>
        <p:spPr>
          <a:xfrm>
            <a:off x="4556798" y="5119993"/>
            <a:ext cx="3141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hlinkClick r:id="rId3"/>
              </a:rPr>
              <a:t>Teacher Sequence Diagram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87708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94F6E-A679-0E29-2A30-111878FB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Parent Sequence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E24D1C-BC83-CFE1-1C48-68079FBBF2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988" y="734374"/>
            <a:ext cx="6013790" cy="4085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632641-32EF-BE49-97F6-3B42AA9BE570}"/>
              </a:ext>
            </a:extLst>
          </p:cNvPr>
          <p:cNvSpPr txBox="1"/>
          <p:nvPr/>
        </p:nvSpPr>
        <p:spPr>
          <a:xfrm>
            <a:off x="5112511" y="5469680"/>
            <a:ext cx="2765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hlinkClick r:id="rId3"/>
              </a:rPr>
              <a:t>Parent Sequence Diagram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23161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6A4A0-E8B4-247C-E92D-26AA70CE3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Entity Relationship Diagram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EFC8D777-F0B1-5304-2FB2-807FCB19F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7" y="143834"/>
            <a:ext cx="6577477" cy="471628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698AEFE-559B-AB21-C901-A9EDBC4ACDFF}"/>
              </a:ext>
            </a:extLst>
          </p:cNvPr>
          <p:cNvSpPr txBox="1"/>
          <p:nvPr/>
        </p:nvSpPr>
        <p:spPr>
          <a:xfrm>
            <a:off x="5968721" y="5839012"/>
            <a:ext cx="3486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hlinkClick r:id="rId3"/>
              </a:rPr>
              <a:t>Entity Relationship Diagram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40456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6E1C5-4EAA-E6E1-8141-5D43BC42D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</a:t>
            </a:r>
            <a:r>
              <a:rPr lang="en-US" sz="4000">
                <a:solidFill>
                  <a:srgbClr val="FFFFFF"/>
                </a:solidFill>
              </a:rPr>
              <a:t>arent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>
                <a:solidFill>
                  <a:srgbClr val="FFFFFF"/>
                </a:solidFill>
              </a:rPr>
              <a:t>Interface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2400">
                <a:solidFill>
                  <a:srgbClr val="FFFFFF"/>
                </a:solidFill>
              </a:rPr>
              <a:t>(Mobile App Interface)</a:t>
            </a:r>
            <a:endParaRPr lang="en-US" sz="2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D11FD6-652E-FF19-A09D-D3AB829A3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469016"/>
            <a:ext cx="7225748" cy="39199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6F4F11-AA5E-2B0E-FC58-1133381B23F7}"/>
              </a:ext>
            </a:extLst>
          </p:cNvPr>
          <p:cNvSpPr txBox="1"/>
          <p:nvPr/>
        </p:nvSpPr>
        <p:spPr>
          <a:xfrm>
            <a:off x="6886222" y="6011333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3"/>
              </a:rPr>
              <a:t>Mobile App Interface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220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4EF65-8E5D-0D4F-5C40-4CC355A16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Admin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>
                <a:solidFill>
                  <a:srgbClr val="FFFFFF"/>
                </a:solidFill>
              </a:rPr>
              <a:t>Interface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2400">
                <a:solidFill>
                  <a:srgbClr val="FFFFFF"/>
                </a:solidFill>
              </a:rPr>
              <a:t>(Web App </a:t>
            </a:r>
            <a:r>
              <a:rPr lang="en-US" sz="2400" dirty="0">
                <a:solidFill>
                  <a:srgbClr val="FFFFFF"/>
                </a:solidFill>
              </a:rPr>
              <a:t>Interface)</a:t>
            </a:r>
            <a:endParaRPr lang="en-US" sz="40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6C7266-64CB-F977-1EB6-100BA93CB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017407"/>
            <a:ext cx="7225748" cy="48231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92B6A6-71A9-90CE-3022-32761B634CE5}"/>
              </a:ext>
            </a:extLst>
          </p:cNvPr>
          <p:cNvSpPr txBox="1"/>
          <p:nvPr/>
        </p:nvSpPr>
        <p:spPr>
          <a:xfrm>
            <a:off x="6815666" y="622299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3"/>
              </a:rPr>
              <a:t>Web App Interface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58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5FEF19-77F1-4EBD-80B2-E7AC67BF5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Teacher </a:t>
            </a: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Interface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2400">
                <a:solidFill>
                  <a:srgbClr val="FFFFFF"/>
                </a:solidFill>
              </a:rPr>
              <a:t>(Web App </a:t>
            </a:r>
            <a:r>
              <a:rPr lang="en-US" sz="2400" dirty="0">
                <a:solidFill>
                  <a:srgbClr val="FFFFFF"/>
                </a:solidFill>
              </a:rPr>
              <a:t>Interface)</a:t>
            </a:r>
            <a:endParaRPr lang="en-US" sz="40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1DDC86-4E93-FB01-123C-2BAB9BB45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927085"/>
            <a:ext cx="7225748" cy="50038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6C130F-DB1E-244F-B29C-0C9A3F4363E5}"/>
              </a:ext>
            </a:extLst>
          </p:cNvPr>
          <p:cNvSpPr txBox="1"/>
          <p:nvPr/>
        </p:nvSpPr>
        <p:spPr>
          <a:xfrm>
            <a:off x="6815666" y="622299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3"/>
              </a:rPr>
              <a:t>Web App Interface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806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46</Words>
  <Application>Microsoft Office PowerPoint</Application>
  <PresentationFormat>Widescreen</PresentationFormat>
  <Paragraphs>15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Edu-Tracker</vt:lpstr>
      <vt:lpstr>System Architecture Design</vt:lpstr>
      <vt:lpstr>Use case diagram</vt:lpstr>
      <vt:lpstr>Teacher Sequence Diagram</vt:lpstr>
      <vt:lpstr>Parent Sequence Diagram</vt:lpstr>
      <vt:lpstr>Entity Relationship Diagram</vt:lpstr>
      <vt:lpstr>Parent Interface (Mobile App Interface)</vt:lpstr>
      <vt:lpstr>System Admin Interface (Web App Interface)</vt:lpstr>
      <vt:lpstr>Teacher Interface (Web App Interface)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Ntsoaki Ramohloki</dc:creator>
  <cp:lastModifiedBy>Ntsoaki Ramohloki</cp:lastModifiedBy>
  <cp:revision>29</cp:revision>
  <dcterms:created xsi:type="dcterms:W3CDTF">2026-10-12T11:45:06Z</dcterms:created>
  <dcterms:modified xsi:type="dcterms:W3CDTF">2026-10-15T18:16:05Z</dcterms:modified>
</cp:coreProperties>
</file>